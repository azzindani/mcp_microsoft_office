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Regression R² by Model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R²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Linear Regression</c:v>
                </c:pt>
                <c:pt idx="1">
                  <c:v>Decision Tree</c:v>
                </c:pt>
                <c:pt idx="2">
                  <c:v>Random Forest</c:v>
                </c:pt>
                <c:pt idx="3">
                  <c:v>RF (tuned, CV)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0.9435</c:v>
                </c:pt>
                <c:pt idx="1">
                  <c:v>0.9788</c:v>
                </c:pt>
                <c:pt idx="2">
                  <c:v>0.986</c:v>
                </c:pt>
                <c:pt idx="3">
                  <c:v>0.9841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ML &amp; Advanced Analytics — Key Findings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Regression: Predicting Clicks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828800"/>
          <a:ext cx="5486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Classification: Platform Prediction Hit 100% — Here's Why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Clustering &amp; Anomaly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 Cross-Checks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 Real Bugs Found &amp; Fixed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