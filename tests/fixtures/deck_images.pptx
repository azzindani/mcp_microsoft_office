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Visual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Image-heavy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</a:t>
            </a:r>
          </a:p>
          <a:p>
            <a:r>
              <a:t>Bullet point A</a:t>
            </a:r>
          </a:p>
          <a:p>
            <a:r>
              <a:t>Bullet point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</a:t>
            </a:r>
          </a:p>
          <a:p>
            <a:r>
              <a:t>Bullet point A</a:t>
            </a:r>
          </a:p>
          <a:p>
            <a:r>
              <a:t>Bullet point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3</a:t>
            </a:r>
          </a:p>
          <a:p>
            <a:r>
              <a:t>Bullet point A</a:t>
            </a:r>
          </a:p>
          <a:p>
            <a:r>
              <a:t>Bullet point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