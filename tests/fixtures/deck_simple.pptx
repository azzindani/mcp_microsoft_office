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Q3 2026 Business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Prepared by Strategy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Q3 total: $1.4M</a:t>
            </a:r>
          </a:p>
          <a:p>
            <a:r>
              <a:t>Up 18% YoY</a:t>
            </a:r>
          </a:p>
          <a:p>
            <a:r>
              <a:t>All regions growing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CAC: $420</a:t>
            </a:r>
          </a:p>
          <a:p>
            <a:r>
              <a:t>LTV: $2,100</a:t>
            </a:r>
          </a:p>
          <a:p>
            <a:r>
              <a:t>NPS: 72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Q4 priorities:</a:t>
            </a:r>
          </a:p>
          <a:p>
            <a:r>
              <a:t>• Launch v2.0</a:t>
            </a:r>
          </a:p>
          <a:p>
            <a:r>
              <a:t>• Expand to EU</a:t>
            </a:r>
          </a:p>
          <a:p>
            <a:r>
              <a:t>• Hire 5 engineers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Strong quarter.</a:t>
            </a:r>
          </a:p>
          <a:p>
            <a:r>
              <a:t>Momentum continues into Q4.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